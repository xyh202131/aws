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这一页先给观众一个直观印象：DraftOps 不是一张静态名单，而是一个可以查看、复核、导出的项目交付驾驶舱。它把 101 人官方候选池、124 人本地答题候选池、球队上下文和 Agent 证据统一到可运行界面里，最终服务 30 顺位预测和 7 个里程碑答案。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讲解范围收束为 DraftOps 项目本身：可信数据底座、多 Agent 文件流程、可解释预测引擎、产品界面和可导出提交物。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我们的第一层工作是建立可信数据链路。官方候选池、本地答题候选池和外部来源先进入 raw 登记，再经过 normalized、clean、final、boards 多层产物，最后由前端读取和导出。当前状态里，30 个 pick 无重复，101 人官方池、124 人本地池和 7 个里程碑答案都有对应文件承载。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；代码里有明确权重，系统说明重点放在因素、护栏和校验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真实截图证明系统已经跑起来。左侧可以看到 30 顺位完整预测板，右侧可以看到单个球员的证据、风险、适配和来源。顶部导出的不是普通截图，而是 submission JSON 和项目摘要，直接服务最终提交。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层让系统不仅能展示结果，还能回答项目、数据、预测、里程碑和架构相关问题。当前 RAG manifest 是 5 个索引、1304 个保留 chunks、55 个来源；DynamoDB 同步 124 条球员特征记录，Lambda/API 作为只读问答入口。这里按可部署 API 层来讲，不把它夸大成已经完整 IaC 化的全量云原生平台。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最后回到交付价值：我们提交的不是一段模型回答，而是一套可复核资产。它包括锁定的 30 顺位预测板、7 个里程碑答案、填好的答题卡、submission JSON、项目摘要、前端系统、代码仓库、RAG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674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DraftOps Project Walkthrough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提交驾驶舱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7029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 101 官方池、124 本地池和多 Agent 复核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收束成可解释、可导出的项目交付资产。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9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本地候选池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里程碑答案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3262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30 picks / 7 answers / no manual override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467683" cy="844867"/>
            <a:chOff x="569595" y="402908"/>
            <a:chExt cx="7467683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46768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项目重点：数据、Agent、算法、产品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6788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聚焦 DraftOps 如何把预测、证据和导出做成一个可运行系统。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8210" y="218503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404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101/124 双池与审计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75710" y="2185035"/>
              <a:ext cx="105150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FLOW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1542" y="2242661"/>
              <a:ext cx="126354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Agent 流程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88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文件交付 + Supervisor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33210" y="2185035"/>
              <a:ext cx="8057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PICK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904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预测引擎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打分、去重、低置信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90710" y="2185035"/>
              <a:ext cx="8057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SHIP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产品交付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783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 / 项目摘要 / 答题卡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66800" y="3600450"/>
            <a:ext cx="10058400" cy="1695450"/>
            <a:chOff x="1066800" y="3600450"/>
            <a:chExt cx="10058400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四个讲解重点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476375" y="446722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75448" y="4421029"/>
              <a:ext cx="340042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数据层：来源、候选池、审计产物。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476375" y="4905375"/>
              <a:ext cx="95250" cy="95250"/>
            </a:xfrm>
            <a:prstGeom prst="ellipse">
              <a:avLst/>
            </a:prstGeom>
            <a:solidFill>
              <a:srgbClr val="62B8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75448" y="4859179"/>
              <a:ext cx="34109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Agent 层：分工、退回、完整重跑。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57900" y="4362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28455E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543675" y="44672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748" y="4421029"/>
              <a:ext cx="3095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都要解释风险和备选。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3675" y="490537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2748" y="4859179"/>
              <a:ext cx="41145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交付层：JSON、项目摘要、答题卡可导出。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5312" y="5734050"/>
            <a:ext cx="8739188" cy="792956"/>
            <a:chOff x="595312" y="5734050"/>
            <a:chExt cx="8739188" cy="792956"/>
          </a:xfrm>
        </p:grpSpPr>
        <p:sp>
          <p:nvSpPr>
            <p:cNvPr id="53" name="Rectangle 53"/>
            <p:cNvSpPr/>
            <p:nvPr/>
          </p:nvSpPr>
          <p:spPr>
            <a:xfrm>
              <a:off x="2857500" y="5734050"/>
              <a:ext cx="64770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24200" y="5867400"/>
              <a:ext cx="5299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核心链路：数据从哪来、Agent 怎么跑、结果怎么交付。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4931616" cy="844867"/>
            <a:chOff x="569595" y="402908"/>
            <a:chExt cx="493161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官方池、本地答题池和派生产物都进入可追溯链路。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6325" y="1695450"/>
            <a:ext cx="10407377" cy="1200150"/>
            <a:chOff x="1076325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10763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41450" y="2007394"/>
              <a:ext cx="241299" cy="271462"/>
              <a:chOff x="1441450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41450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450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41450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2615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1527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6861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95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169569" y="2007394"/>
              <a:ext cx="271462" cy="271462"/>
              <a:chOff x="4169569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169569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80706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99731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15815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9085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959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4293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627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27850" y="2022475"/>
              <a:ext cx="241300" cy="241300"/>
              <a:chOff x="6927850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8175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7850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59015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391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91725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059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86131" y="2007394"/>
              <a:ext cx="211137" cy="271461"/>
              <a:chOff x="9686131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86131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46456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46456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102215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485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101 官方候选池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本地答题池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7 里程碑答案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4925" y="1562100"/>
            <a:ext cx="9582150" cy="1200150"/>
            <a:chOff x="1304925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1304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06550" y="1850231"/>
              <a:ext cx="215901" cy="242888"/>
              <a:chOff x="1606550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06550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6550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06550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51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606800" y="1863725"/>
              <a:ext cx="215900" cy="215900"/>
              <a:chOff x="3606800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660775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06800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53377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9490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054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593556" y="1850231"/>
              <a:ext cx="242888" cy="242888"/>
              <a:chOff x="5593556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0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20544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82469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15000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593556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20544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3402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9740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056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07300" y="1863725"/>
              <a:ext cx="215901" cy="215901"/>
              <a:chOff x="7607300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07300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34288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34288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88263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15250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69226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96213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96213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3427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9990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05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594056" y="1850231"/>
              <a:ext cx="242888" cy="242888"/>
              <a:chOff x="9594056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594056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48031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782969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715500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690672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757169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534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0240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8860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1718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8863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51720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8865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1723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8868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1725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739438" cy="1676400"/>
            <a:chOff x="1200150" y="3562350"/>
            <a:chExt cx="10739438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5102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和项目摘要。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320940" cy="844867"/>
            <a:chOff x="569595" y="402908"/>
            <a:chExt cx="632094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3209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预测算法：顺位贪心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3687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对每个“球队-球员”组合打分，再按真实选秀顺序依次选择。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构造候选池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0766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101 官方池、124 本地池、球队顺位。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共识、需求、能力、潜力、热度，扣风险。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50140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代码使用 35/25/20/10/10 权重；护栏负责去重、低置信和校验。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6376988" cy="828675"/>
            <a:chOff x="571500" y="400050"/>
            <a:chExt cx="6376988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三件事在同一驾驶舱完成；截图保留 raster，标注保持可编辑。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3505200" cy="1200150"/>
            <a:chOff x="7962900" y="4514850"/>
            <a:chExt cx="3505200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导出提交物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1267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submission JSON 与项目摘要一键生成。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288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Lambda/API + RAG 负责只读问答；索引来自本地构建并可同步到 S3。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2075" y="1600200"/>
            <a:ext cx="9467850" cy="1066800"/>
            <a:chOff x="1362075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13620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50206" y="1901825"/>
              <a:ext cx="242889" cy="225426"/>
              <a:chOff x="1650206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50206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04181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1169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12132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39119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6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45970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5438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718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7814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47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216400" y="1955800"/>
              <a:ext cx="225426" cy="107950"/>
              <a:chOff x="4216400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16400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2435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432301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640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598670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245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3341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55606" y="1888331"/>
              <a:ext cx="242888" cy="242888"/>
              <a:chOff x="6755606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55606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4519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2594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51370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838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772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8868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201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308306" y="1888331"/>
              <a:ext cx="242888" cy="242888"/>
              <a:chOff x="9308306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29750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35294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97219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0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08306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35294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704070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3538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791700" cy="1428750"/>
            <a:chOff x="1200150" y="3581400"/>
            <a:chExt cx="97917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1304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2338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55 sources，local-hash vectors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身体、测量、标签与嵌套字段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不改代码、不换人、不覆盖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2071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项目边界：代码含 Lambda API；未补完整 IaC 前，按可部署 API 层表述。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671310" cy="2318385"/>
            <a:chOff x="1215390" y="1110615"/>
            <a:chExt cx="6671310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6579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而是一套可提交、可复核、可交付的项目资产包。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61213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 30 顺位预测和 7 个里程碑答案，拆成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可信数据工程、可复现 Agent 流程和可导出产品界面。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18547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JSON、项目摘要、答题卡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3431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 + 7 answers 能被解释、被审计，并稳定提交。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2026-06-23T17:41:16Z</dcterms:created>
  <dcterms:modified xsi:type="dcterms:W3CDTF">2026-06-23T17:41:16Z</dcterms:modified>
  <cp:category/>
  <cp:contentStatus/>
</cp:coreProperties>
</file>